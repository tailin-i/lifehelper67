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826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99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432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6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946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69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18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03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92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22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24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14BA-7598-40AF-97A2-32E4039DED2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76914-02B6-4D81-B413-233C23CEDA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415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200"/>
                    </a14:imgEffect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88018"/>
            <a:ext cx="12357219" cy="7504996"/>
          </a:xfrm>
          <a:prstGeom prst="rect">
            <a:avLst/>
          </a:prstGeom>
          <a:effectLst>
            <a:outerShdw blurRad="50800" dist="50800" dir="5400000" sx="77000" sy="77000" algn="ctr" rotWithShape="0">
              <a:schemeClr val="tx1">
                <a:lumMod val="50000"/>
                <a:lumOff val="50000"/>
              </a:schemeClr>
            </a:outerShdw>
          </a:effectLst>
        </p:spPr>
      </p:pic>
      <p:sp>
        <p:nvSpPr>
          <p:cNvPr id="6" name="Прямоугольник 5"/>
          <p:cNvSpPr/>
          <p:nvPr/>
        </p:nvSpPr>
        <p:spPr>
          <a:xfrm>
            <a:off x="-4562694" y="-602978"/>
            <a:ext cx="17028160" cy="8869680"/>
          </a:xfrm>
          <a:prstGeom prst="rect">
            <a:avLst/>
          </a:prstGeom>
          <a:solidFill>
            <a:schemeClr val="accent1">
              <a:lumMod val="40000"/>
              <a:lumOff val="60000"/>
              <a:alpha val="32000"/>
            </a:schemeClr>
          </a:solidFill>
          <a:effectLst>
            <a:outerShdw blurRad="50800" dist="50800" dir="54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759200" y="-79342"/>
            <a:ext cx="9144000" cy="1877716"/>
          </a:xfrm>
        </p:spPr>
        <p:txBody>
          <a:bodyPr>
            <a:normAutofit/>
          </a:bodyPr>
          <a:lstStyle/>
          <a:p>
            <a:r>
              <a:rPr lang="en-US" sz="8000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LifeHelper</a:t>
            </a:r>
            <a:endParaRPr lang="ru-RU" sz="8000" dirty="0">
              <a:solidFill>
                <a:schemeClr val="accent4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82240" y="4118140"/>
            <a:ext cx="9144000" cy="1655762"/>
          </a:xfrm>
        </p:spPr>
        <p:txBody>
          <a:bodyPr/>
          <a:lstStyle/>
          <a:p>
            <a:pPr algn="r"/>
            <a:r>
              <a:rPr lang="ru-RU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Авторы проекта:</a:t>
            </a:r>
          </a:p>
          <a:p>
            <a:pPr algn="r"/>
            <a:r>
              <a:rPr lang="ru-RU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Атрошенко Олег, Лазарева Софья, Кольцов </a:t>
            </a:r>
            <a:r>
              <a:rPr lang="ru-RU" dirty="0" err="1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Доброслав</a:t>
            </a:r>
            <a:endParaRPr lang="ru-RU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59200" y="1844067"/>
            <a:ext cx="8067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Веб-форум для поддержки людей, оказавшихся в тяжелой жизненной ситуации.</a:t>
            </a:r>
            <a:endParaRPr lang="ru-RU" sz="2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62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3359" y="-117712"/>
            <a:ext cx="12405360" cy="80933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-213359" y="-117712"/>
            <a:ext cx="14183359" cy="8316832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4362" y="347821"/>
            <a:ext cx="10515600" cy="1325563"/>
          </a:xfrm>
        </p:spPr>
        <p:txBody>
          <a:bodyPr>
            <a:normAutofit/>
          </a:bodyPr>
          <a:lstStyle/>
          <a:p>
            <a:r>
              <a:rPr lang="ru-RU" sz="6000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Реализация проекта</a:t>
            </a:r>
            <a:endParaRPr lang="ru-RU" sz="6000" dirty="0">
              <a:solidFill>
                <a:schemeClr val="accent4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4362" y="1785144"/>
            <a:ext cx="11048999" cy="5913119"/>
          </a:xfrm>
        </p:spPr>
        <p:txBody>
          <a:bodyPr>
            <a:normAutofit/>
          </a:bodyPr>
          <a:lstStyle/>
          <a:p>
            <a:pPr lvl="0" algn="just"/>
            <a:r>
              <a:rPr lang="ru-RU" sz="2700" dirty="0">
                <a:solidFill>
                  <a:schemeClr val="bg1"/>
                </a:solidFill>
              </a:rPr>
              <a:t>Система регистрации и авторизации пользователей с проверкой данных</a:t>
            </a:r>
          </a:p>
          <a:p>
            <a:pPr lvl="0" algn="just"/>
            <a:r>
              <a:rPr lang="ru-RU" sz="2700" dirty="0">
                <a:solidFill>
                  <a:schemeClr val="bg1"/>
                </a:solidFill>
              </a:rPr>
              <a:t>Иерархическая структура контента (разделы, темы, сообщения) с удобной навигацией</a:t>
            </a:r>
          </a:p>
          <a:p>
            <a:pPr lvl="0" algn="just"/>
            <a:r>
              <a:rPr lang="ru-RU" sz="2700" dirty="0">
                <a:solidFill>
                  <a:schemeClr val="bg1"/>
                </a:solidFill>
              </a:rPr>
              <a:t>Механики социального взаимодействия: система </a:t>
            </a:r>
            <a:r>
              <a:rPr lang="ru-RU" sz="2700" dirty="0" err="1">
                <a:solidFill>
                  <a:schemeClr val="bg1"/>
                </a:solidFill>
              </a:rPr>
              <a:t>лайков</a:t>
            </a:r>
            <a:r>
              <a:rPr lang="ru-RU" sz="2700" dirty="0">
                <a:solidFill>
                  <a:schemeClr val="bg1"/>
                </a:solidFill>
              </a:rPr>
              <a:t> для оценки советов и цепочки ответов</a:t>
            </a:r>
          </a:p>
          <a:p>
            <a:pPr lvl="0" algn="just"/>
            <a:r>
              <a:rPr lang="ru-RU" sz="2700" dirty="0">
                <a:solidFill>
                  <a:schemeClr val="bg1"/>
                </a:solidFill>
              </a:rPr>
              <a:t>Система отображения статистики в реальном времени (количество тем, сообщений и пользователей) </a:t>
            </a:r>
          </a:p>
          <a:p>
            <a:pPr lvl="0" algn="just"/>
            <a:r>
              <a:rPr lang="ru-RU" sz="2700" dirty="0" err="1">
                <a:solidFill>
                  <a:schemeClr val="bg1"/>
                </a:solidFill>
              </a:rPr>
              <a:t>Шаблонизация</a:t>
            </a:r>
            <a:r>
              <a:rPr lang="ru-RU" sz="2700" dirty="0">
                <a:solidFill>
                  <a:schemeClr val="bg1"/>
                </a:solidFill>
              </a:rPr>
              <a:t> интерфейса с адаптацией под мобильные устройства </a:t>
            </a:r>
          </a:p>
          <a:p>
            <a:pPr lvl="0" algn="just"/>
            <a:r>
              <a:rPr lang="ru-RU" sz="2700" dirty="0">
                <a:solidFill>
                  <a:schemeClr val="bg1"/>
                </a:solidFill>
              </a:rPr>
              <a:t>Информационные страницы «Правила» и «Политика конфиденциальности»</a:t>
            </a:r>
          </a:p>
          <a:p>
            <a:endParaRPr lang="ru-RU" sz="2700" dirty="0"/>
          </a:p>
        </p:txBody>
      </p:sp>
    </p:spTree>
    <p:extLst>
      <p:ext uri="{BB962C8B-B14F-4D97-AF65-F5344CB8AC3E}">
        <p14:creationId xmlns:p14="http://schemas.microsoft.com/office/powerpoint/2010/main" val="311119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6080" y="-1037917"/>
            <a:ext cx="12578080" cy="902288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-264160" y="-1037917"/>
            <a:ext cx="13004800" cy="8363277"/>
          </a:xfrm>
          <a:prstGeom prst="rect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7400" y="664686"/>
            <a:ext cx="10515600" cy="1325563"/>
          </a:xfrm>
        </p:spPr>
        <p:txBody>
          <a:bodyPr>
            <a:normAutofit/>
          </a:bodyPr>
          <a:lstStyle/>
          <a:p>
            <a:r>
              <a:rPr lang="ru-RU" sz="6000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Технологии</a:t>
            </a:r>
            <a:endParaRPr lang="ru-RU" sz="6000" dirty="0">
              <a:solidFill>
                <a:schemeClr val="accent4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7400" y="2150745"/>
            <a:ext cx="10515600" cy="4351338"/>
          </a:xfrm>
        </p:spPr>
        <p:txBody>
          <a:bodyPr/>
          <a:lstStyle/>
          <a:p>
            <a:pPr lvl="0"/>
            <a:r>
              <a:rPr lang="ru-RU" sz="3600" dirty="0">
                <a:solidFill>
                  <a:schemeClr val="bg1"/>
                </a:solidFill>
              </a:rPr>
              <a:t>Модули стандартной библиотеки </a:t>
            </a:r>
            <a:r>
              <a:rPr lang="en-US" sz="3600" dirty="0">
                <a:solidFill>
                  <a:schemeClr val="bg1"/>
                </a:solidFill>
              </a:rPr>
              <a:t>Python (sys, sqlite3, logging)</a:t>
            </a:r>
          </a:p>
          <a:p>
            <a:pPr lvl="0"/>
            <a:r>
              <a:rPr lang="en-US" sz="3600" dirty="0">
                <a:solidFill>
                  <a:schemeClr val="bg1"/>
                </a:solidFill>
              </a:rPr>
              <a:t>Flask</a:t>
            </a:r>
          </a:p>
          <a:p>
            <a:pPr lvl="0"/>
            <a:r>
              <a:rPr lang="en-US" sz="3600" dirty="0">
                <a:solidFill>
                  <a:schemeClr val="bg1"/>
                </a:solidFill>
              </a:rPr>
              <a:t>SQLite3</a:t>
            </a:r>
          </a:p>
          <a:p>
            <a:pPr lvl="0"/>
            <a:r>
              <a:rPr lang="en-US" sz="3600" dirty="0" err="1">
                <a:solidFill>
                  <a:schemeClr val="bg1"/>
                </a:solidFill>
              </a:rPr>
              <a:t>Werkzeug</a:t>
            </a:r>
            <a:endParaRPr lang="en-US" sz="3600" dirty="0">
              <a:solidFill>
                <a:schemeClr val="bg1"/>
              </a:solidFill>
            </a:endParaRPr>
          </a:p>
          <a:p>
            <a:pPr lvl="0"/>
            <a:r>
              <a:rPr lang="en-US" sz="3600" dirty="0">
                <a:solidFill>
                  <a:schemeClr val="bg1"/>
                </a:solidFill>
              </a:rPr>
              <a:t>HTML, CSS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676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Изображение1"/>
          <p:cNvPicPr>
            <a:picLocks noChangeAspect="1" noChangeArrowheads="1"/>
          </p:cNvPicPr>
          <p:nvPr/>
        </p:nvPicPr>
        <p:blipFill>
          <a:blip r:embed="rId2"/>
          <a:srcRect r="1005" b="25"/>
          <a:stretch>
            <a:fillRect/>
          </a:stretch>
        </p:blipFill>
        <p:spPr>
          <a:xfrm>
            <a:off x="575568" y="660401"/>
            <a:ext cx="10959226" cy="5516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7717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Изображение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47" y="576262"/>
            <a:ext cx="5992918" cy="5722621"/>
          </a:xfrm>
          <a:prstGeom prst="rect">
            <a:avLst/>
          </a:prstGeom>
          <a:noFill/>
        </p:spPr>
      </p:pic>
      <p:pic>
        <p:nvPicPr>
          <p:cNvPr id="5" name="Изображение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118" y="576261"/>
            <a:ext cx="4818001" cy="57226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856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Изображение4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1" y="1125220"/>
            <a:ext cx="11995569" cy="41376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746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Изображение5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35" y="145574"/>
            <a:ext cx="11434005" cy="64626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203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240" y="-363441"/>
            <a:ext cx="12415520" cy="828263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-142240" y="-363441"/>
            <a:ext cx="12954000" cy="8623521"/>
          </a:xfrm>
          <a:prstGeom prst="rect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5500" y="916145"/>
            <a:ext cx="11018520" cy="1325563"/>
          </a:xfrm>
        </p:spPr>
        <p:txBody>
          <a:bodyPr>
            <a:noAutofit/>
          </a:bodyPr>
          <a:lstStyle/>
          <a:p>
            <a:r>
              <a:rPr lang="ru-RU" sz="6000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Возможности </a:t>
            </a:r>
            <a:r>
              <a:rPr lang="ru-RU" sz="6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для доработки и развития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5500" y="2864142"/>
            <a:ext cx="11018520" cy="4351338"/>
          </a:xfrm>
        </p:spPr>
        <p:txBody>
          <a:bodyPr/>
          <a:lstStyle/>
          <a:p>
            <a:r>
              <a:rPr lang="ru-RU" sz="4400" dirty="0" smtClean="0">
                <a:solidFill>
                  <a:schemeClr val="bg1"/>
                </a:solidFill>
              </a:rPr>
              <a:t>Сотрудничество с центрами психологической помощи, психологами</a:t>
            </a:r>
          </a:p>
          <a:p>
            <a:r>
              <a:rPr lang="ru-RU" sz="4400" dirty="0" smtClean="0">
                <a:solidFill>
                  <a:schemeClr val="bg1"/>
                </a:solidFill>
              </a:rPr>
              <a:t>Внедрение ИИ-помощника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284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0826" y="-206687"/>
            <a:ext cx="13076985" cy="1162003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-111760" y="-206687"/>
            <a:ext cx="13248640" cy="8090847"/>
          </a:xfrm>
          <a:prstGeom prst="rect">
            <a:avLst/>
          </a:prstGeom>
          <a:solidFill>
            <a:schemeClr val="accent1">
              <a:lumMod val="60000"/>
              <a:lumOff val="40000"/>
              <a:alpha val="7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79653" y="1533525"/>
            <a:ext cx="12994638" cy="3688715"/>
          </a:xfrm>
        </p:spPr>
        <p:txBody>
          <a:bodyPr>
            <a:normAutofit/>
          </a:bodyPr>
          <a:lstStyle/>
          <a:p>
            <a:pPr algn="ctr"/>
            <a:r>
              <a:rPr lang="ru-RU" sz="6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Спасибо за внимание!</a:t>
            </a:r>
            <a:endParaRPr lang="ru-RU" sz="6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14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124</Words>
  <Application>Microsoft Office PowerPoint</Application>
  <PresentationFormat>Широкоэкранный</PresentationFormat>
  <Paragraphs>21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Тема Office</vt:lpstr>
      <vt:lpstr>LifeHelper</vt:lpstr>
      <vt:lpstr>Реализация проекта</vt:lpstr>
      <vt:lpstr>Технологии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Возможности для доработки и развития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LifeHelper</dc:title>
  <dc:creator>User</dc:creator>
  <cp:lastModifiedBy>User</cp:lastModifiedBy>
  <cp:revision>8</cp:revision>
  <dcterms:created xsi:type="dcterms:W3CDTF">2026-05-06T19:28:20Z</dcterms:created>
  <dcterms:modified xsi:type="dcterms:W3CDTF">2026-05-06T20:41:06Z</dcterms:modified>
</cp:coreProperties>
</file>